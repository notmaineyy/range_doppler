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2A44"/>
                </a:solidFill>
              </a:defRPr>
            </a:pPr>
            <a:r>
              <a:t>Optimising a large image operation</a:t>
            </a:r>
          </a:p>
          <a:p>
            <a:pPr>
              <a:defRPr sz="1900">
                <a:solidFill>
                  <a:srgbClr val="555555"/>
                </a:solidFill>
              </a:defRPr>
            </a:pPr>
            <a:r>
              <a:t>|I1 - I2| / (I1 + I2 + eps)  on two 1.1-billion-pixel images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Timing study: numpy vs numexpr, dtypes, memory and CPU cores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Compute, pixel by pixel:   |I1 - I2| / (I1 + I2 + eps)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Two images of 1.1 billion pixels each (32,000 x 34,375).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Stored as uint8 (0..255) - the normal image format, 1 byte/pixel.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The arithmetic must be done in a wider type: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on uint8, subtraction wraps and addition overflows.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Goal: get the answer as fast as possible, using as little RAM as 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What we varied (the experiments)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1. Input storage:  uint8  vs  float32.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2. Compute/result type:  float16 / float32 / float64.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3. How the code is written:  naive one-liner  vs  in-place (out=).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4. Library:  numpy  vs  numexpr (JIT + multithreaded).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5. Number of CPU cores:  1, 2, 4, 8, 10.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6. Forcing the result type:  numexpr float64  vs  forced float32.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Everything measured with time.perf_counter, arrays allocated first,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and a checksum taken afterwards to prove the result is real and correct.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Results at 1.1e9 pixels (uint8 inputs)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Cores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Gpixel/s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Result RAM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numpy 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float32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10.74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4.40 GB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numpy in-place (out=)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float32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~1.8 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~0.62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4.40 GB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numpy 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float16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16.93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2.20 GB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numpy in-place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float16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15.27 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2.20 GB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numexpr (safe)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0.514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8.80 GB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numexpr forced out=float32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float32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0.486 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2.26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4.40 GB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In-memory comparison (300M pixels)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Stable, fair comparison (nothing swaps).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in-place ~2x faster than naive.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float16 ~12x slower than float32.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numexpr on 10 cores ~3-6x faster than numpy.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float32 result halves memory.</a:t>
            </a:r>
          </a:p>
        </p:txBody>
      </p:sp>
      <p:pic>
        <p:nvPicPr>
          <p:cNvPr id="4" name="Picture 3" descr="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417320"/>
            <a:ext cx="7772400" cy="29030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Thread scaling: numexpr (1.1e9 pixels)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1 thread = numpy speed.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Big gains up to ~4-8 cores.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Then the memory bus saturates.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float32 is as fast or faster, at half the RAM.</a:t>
            </a:r>
          </a:p>
        </p:txBody>
      </p:sp>
      <p:pic>
        <p:nvPicPr>
          <p:cNvPr id="4" name="Picture 3" descr="thr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417320"/>
            <a:ext cx="7772400" cy="4321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Headline: force numexpr to 32-bit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numexpr version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Result type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Time (1.1e9)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Result RAM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default, casting='safe'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0.514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8.80 GB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forced out=float32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float32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0.486 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4.40 GB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Why forcing 32-bit is a free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Same speed: 0.486 s vs 0.514 s.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Half the RAM: 4.40 GB vs 8.80 GB.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Identical answer (same checksum).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How: pass a pre-allocated float32 buffer as out=,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with casting='same_kind' (numexpr refuses the downcast under 'safe').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Lessons for code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  <a:r>
              <a:t>1. Keep inputs small: uint8, not float32 (4x less data).</a:t>
            </a:r>
          </a:p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  <a:r>
              <a:t>2. Compute in float32 - never in uint8 (wraps/overflows).</a:t>
            </a:r>
          </a:p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  <a:r>
              <a:t>3. Reuse memory: in-place / out= avoids full-size temporaries (~2x).</a:t>
            </a:r>
          </a:p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  <a:r>
              <a:t>4. Parallelise: numexpr uses all cores (the single biggest speed win).</a:t>
            </a:r>
          </a:p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  <a:r>
              <a:t>5. Force the 32-bit result - same speed, half the memory.</a:t>
            </a:r>
          </a:p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  <a:r>
              <a:t>6. Keep data in RAM - swapping to disk cost ~10x.</a:t>
            </a:r>
          </a:p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  <a:r>
              <a:t>7. If it cannot fit: process in chunks (row blocks) to avoid swap.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The winning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  <a:r>
              <a:t>uint8 inputs  +  numexpr  +  all cores  +  forced float32 result.</a:t>
            </a:r>
          </a:p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  <a:r>
              <a:t>Result: ~0.49 s and 4.40 GB for 1.1 billion pixels.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vs the naive float32 numpy one-liner: 10.74 s and swapping.</a:t>
            </a:r>
          </a:p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  <a:r>
              <a:t>Run it: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normdiff_numexpr.py --pixels 1.1e9 --mode numpy numexpr --out-dtype float32</a:t>
            </a:r>
          </a:p>
          <a:p>
            <a:pPr>
              <a:spcAft>
                <a:spcPts val="600"/>
              </a:spcAft>
              <a:defRPr sz="1700">
                <a:solidFill>
                  <a:srgbClr val="1F2A44"/>
                </a:solidFill>
              </a:defRPr>
            </a:pPr>
            <a:r>
              <a:t>Report timings with context: input dtype, compute dtype, cores, in-RAM or swap.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